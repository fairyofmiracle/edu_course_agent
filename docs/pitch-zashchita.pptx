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чат, который печатает программу. Место, где методист собирает программу и может её подписать.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Боль не в том, что текста мало. Боль в том, что текст нельзя подписать. Здесь место для QR на студию.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Методист остаётся тем, кто решает. Токены на комплект не тратятся до его кнопки.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модель уходит снимок шага, а не весь курс. Чужой адрес шлюза обрывается до запроса.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Жюри смотрит, можно ли документу доверять. Вкладка «Проверка» — до выгрузки.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зале показываем вживую. Если сеть упадёт — запись экрана. Не читать слайд.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говорить выдуманный процент. Говорить: нет утверждённого каркаса — нет комплекта.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обещаем заменить методиста. Обещаем не подписать за него чужие часы и чужой приказ.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Закрытие. Одна фраза и пауза.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65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7A4B"/>
                </a:solidFill>
                <a:latin typeface="Calibri"/>
              </a:rPr>
              <a:t>СТУДИЯ МЕТОДИСТА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3317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141311"/>
                </a:solidFill>
                <a:latin typeface="Calibri"/>
              </a:rPr>
              <a:t>Методий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5E5E66"/>
                </a:solidFill>
                <a:latin typeface="Calibri"/>
              </a:rPr>
              <a:t>Методист приносит сырой запрос.
На выходе документ, который можно сдать в нормоконтроль.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C7A4B"/>
                </a:solidFill>
                <a:latin typeface="Calibri"/>
              </a:rPr>
              <a:t>01  Где теряется время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311"/>
                </a:solidFill>
                <a:latin typeface="Calibri"/>
              </a:rPr>
              <a:t>Текст есть. Подписать его нельзя.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110642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2140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1311"/>
                </a:solidFill>
                <a:latin typeface="Calibri"/>
              </a:rPr>
              <a:t>«Месяц» в запросе превращается в выдуманные часы.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063240"/>
            <a:ext cx="110642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35584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1311"/>
                </a:solidFill>
                <a:latin typeface="Calibri"/>
              </a:rPr>
              <a:t>Приказ и код профстандарта появляются, хотя их не было в материалах.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97680"/>
            <a:ext cx="110642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59028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1311"/>
                </a:solidFill>
                <a:latin typeface="Calibri"/>
              </a:rPr>
              <a:t>Весь курс пишется сразу, и методист сверяет простыню вручную.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C7A4B"/>
                </a:solidFill>
                <a:latin typeface="Calibri"/>
              </a:rPr>
              <a:t>02  Идея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311"/>
                </a:solidFill>
                <a:latin typeface="Calibri"/>
              </a:rPr>
              <a:t>Сначала каркас. Комплект — после утверждения.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141311"/>
                </a:solidFill>
                <a:latin typeface="Calibri"/>
              </a:rPr>
              <a:t>Слева программа, справа диалог.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41311"/>
                </a:solidFill>
                <a:latin typeface="Calibri"/>
              </a:rPr>
              <a:t>Модель предлагает формулировки. Часы, шаблон и нормы держит код.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41311"/>
                </a:solidFill>
                <a:latin typeface="Calibri"/>
              </a:rPr>
              <a:t>«Утвердить каркас» появляется, только когда обязательные данные на месте.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41311"/>
                </a:solidFill>
                <a:latin typeface="Calibri"/>
              </a:rPr>
              <a:t>Снятие утверждения возвращает правку каркаса.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41311"/>
                </a:solidFill>
                <a:latin typeface="Calibri"/>
              </a:rPr>
              <a:t>Лекции, семинары и тесты не пишутся, пока каркас не утверждён.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C7A4B"/>
                </a:solidFill>
                <a:latin typeface="Calibri"/>
              </a:rPr>
              <a:t>03  Как устроено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311"/>
                </a:solidFill>
                <a:latin typeface="Calibri"/>
              </a:rPr>
              <a:t>Один ход — один инструмент.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3736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7A4B"/>
                </a:solidFill>
                <a:latin typeface="Calibri"/>
              </a:rPr>
              <a:t>Экран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311"/>
                </a:solidFill>
                <a:latin typeface="Calibri"/>
              </a:rPr>
              <a:t>Next.js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73736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05740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7A4B"/>
                </a:solidFill>
                <a:latin typeface="Calibri"/>
              </a:rPr>
              <a:t>Оркестрация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560320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311"/>
                </a:solidFill>
                <a:latin typeface="Calibri"/>
              </a:rPr>
              <a:t>FastAPI, один клиент к шлюзу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73736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05740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7A4B"/>
                </a:solidFill>
                <a:latin typeface="Calibri"/>
              </a:rPr>
              <a:t>Шлюзы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560320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311"/>
                </a:solidFill>
                <a:latin typeface="Calibri"/>
              </a:rPr>
              <a:t>Только Cloud.ru и GigaSchool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977639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97679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7A4B"/>
                </a:solidFill>
                <a:latin typeface="Calibri"/>
              </a:rPr>
              <a:t>Память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00600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311"/>
                </a:solidFill>
                <a:latin typeface="Calibri"/>
              </a:rPr>
              <a:t>Версии курса, конфликт не затирает правку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977639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4297679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7A4B"/>
                </a:solidFill>
                <a:latin typeface="Calibri"/>
              </a:rPr>
              <a:t>Выход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800600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311"/>
                </a:solidFill>
                <a:latin typeface="Calibri"/>
              </a:rPr>
              <a:t>DOCX, PPTX и JSON, не скриншот чата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C7A4B"/>
                </a:solidFill>
                <a:latin typeface="Calibri"/>
              </a:rPr>
              <a:t>04  Проверка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311"/>
                </a:solidFill>
                <a:latin typeface="Calibri"/>
              </a:rPr>
              <a:t>Вердикт до выгрузки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7A4B"/>
                </a:solidFill>
                <a:latin typeface="Calibri"/>
              </a:rPr>
              <a:t>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00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1311"/>
                </a:solidFill>
                <a:latin typeface="Calibri"/>
              </a:rPr>
              <a:t>Часы только из слов методиста. «Месяц» — срок, не объём.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7A4B"/>
                </a:solidFill>
                <a:latin typeface="Calibri"/>
              </a:rPr>
              <a:t>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1311"/>
                </a:solidFill>
                <a:latin typeface="Calibri"/>
              </a:rPr>
              <a:t>Сумма часов модулей сходится с объёмом программы.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7A4B"/>
                </a:solidFill>
                <a:latin typeface="Calibri"/>
              </a:rPr>
              <a:t>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37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1311"/>
                </a:solidFill>
                <a:latin typeface="Calibri"/>
              </a:rPr>
              <a:t>Общеразвивающая — приказ № 629. Повышение квалификации — 273-ФЗ и приказ № 266.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0624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7A4B"/>
                </a:solidFill>
                <a:latin typeface="Calibri"/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206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1311"/>
                </a:solidFill>
                <a:latin typeface="Calibri"/>
              </a:rPr>
              <a:t>Номер приказа и код трудовой функции не выдумываются.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0749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7A4B"/>
                </a:solidFill>
                <a:latin typeface="Calibri"/>
              </a:rP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074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1311"/>
                </a:solidFill>
                <a:latin typeface="Calibri"/>
              </a:rPr>
              <a:t>У вопроса есть ключ и результат модуля. Практика закрывает тот же результат.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C7A4B"/>
                </a:solidFill>
                <a:latin typeface="Calibri"/>
              </a:rPr>
              <a:t>05  Демонстрация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311"/>
                </a:solidFill>
                <a:latin typeface="Calibri"/>
              </a:rPr>
              <a:t>Один сценарий на данных кейса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1106424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6479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C7A4B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78308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41311"/>
                </a:solidFill>
                <a:latin typeface="Calibri"/>
              </a:rPr>
              <a:t>Пустой курс. Лекции и тесты закрыты.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1106424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3347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C7A4B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65176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41311"/>
                </a:solidFill>
                <a:latin typeface="Calibri"/>
              </a:rPr>
              <a:t>«Примерно на месяц». Число часов само не появляется.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37560"/>
            <a:ext cx="1106424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50215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C7A4B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52044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41311"/>
                </a:solidFill>
                <a:latin typeface="Calibri"/>
              </a:rPr>
              <a:t>Бриф и каркас. Утверждение — когда данные на месте.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06240"/>
            <a:ext cx="1106424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370831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C7A4B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38912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41311"/>
                </a:solidFill>
                <a:latin typeface="Calibri"/>
              </a:rPr>
              <a:t>Комплект: тест, практика, слайды урока.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74920"/>
            <a:ext cx="1106424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6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23951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C7A4B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25780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41311"/>
                </a:solidFill>
                <a:latin typeface="Calibri"/>
              </a:rPr>
              <a:t>Проверка и выгрузка DOCX / PPTX.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C7A4B"/>
                </a:solidFill>
                <a:latin typeface="Calibri"/>
              </a:rPr>
              <a:t>06  Польза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311"/>
                </a:solidFill>
                <a:latin typeface="Calibri"/>
              </a:rPr>
              <a:t>Что методист перестаёт делать руками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0">
                <a:solidFill>
                  <a:srgbClr val="141311"/>
                </a:solidFill>
                <a:latin typeface="Calibri"/>
              </a:rPr>
              <a:t>Не вылавливает выдуманный объём.</a:t>
            </a:r>
          </a:p>
          <a:p>
            <a:pPr>
              <a:spcAft>
                <a:spcPts val="1000"/>
              </a:spcAft>
            </a:pPr>
            <a:r>
              <a:rPr sz="2600" b="0">
                <a:solidFill>
                  <a:srgbClr val="141311"/>
                </a:solidFill>
                <a:latin typeface="Calibri"/>
              </a:rPr>
              <a:t>Не ищет в тексте приказ, которого не было в источниках.</a:t>
            </a:r>
          </a:p>
          <a:p>
            <a:pPr>
              <a:spcAft>
                <a:spcPts val="1000"/>
              </a:spcAft>
            </a:pPr>
            <a:r>
              <a:rPr sz="2600" b="0">
                <a:solidFill>
                  <a:srgbClr val="141311"/>
                </a:solidFill>
                <a:latin typeface="Calibri"/>
              </a:rPr>
              <a:t>Не платит токенами за лекции до согласования каркаса.</a:t>
            </a:r>
          </a:p>
          <a:p>
            <a:pPr>
              <a:spcAft>
                <a:spcPts val="1000"/>
              </a:spcAft>
            </a:pPr>
            <a:r>
              <a:rPr sz="2600" b="0">
                <a:solidFill>
                  <a:srgbClr val="141311"/>
                </a:solidFill>
                <a:latin typeface="Calibri"/>
              </a:rPr>
              <a:t>Получает файл, который открывается в Word и PowerPoint.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E5E66"/>
                </a:solidFill>
                <a:latin typeface="Calibri"/>
              </a:rPr>
              <a:t>Процент экономии назовём после замера. Логика уже в продукте.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C7A4B"/>
                </a:solidFill>
                <a:latin typeface="Calibri"/>
              </a:rPr>
              <a:t>07  Внедрение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311"/>
                </a:solidFill>
                <a:latin typeface="Calibri"/>
              </a:rPr>
              <a:t>Что нужно, чтобы это поставить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141311"/>
                </a:solidFill>
                <a:latin typeface="Calibri"/>
              </a:rPr>
              <a:t>Данные: бриф, материалы методиста, ссылки на официальное опубликование.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41311"/>
                </a:solidFill>
                <a:latin typeface="Calibri"/>
              </a:rPr>
              <a:t>Технология: сервер студии и разрешённый шлюз.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41311"/>
                </a:solidFill>
                <a:latin typeface="Calibri"/>
              </a:rPr>
              <a:t>Если шлюз молчит, текст модулей не выдумывается. Явные часы всё равно записываются.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41311"/>
                </a:solidFill>
                <a:latin typeface="Calibri"/>
              </a:rPr>
              <a:t>Применимость нормы подтверждает методист, не страница приказа.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41311"/>
                </a:solidFill>
                <a:latin typeface="Calibri"/>
              </a:rPr>
              <a:t>Дальше: замер токенов и пилот на одном курсе.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141311"/>
                </a:solidFill>
                <a:latin typeface="Calibri"/>
              </a:rPr>
              <a:t>Модель пишет.
Код не выпускает.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E5E66"/>
                </a:solidFill>
                <a:latin typeface="Calibri"/>
              </a:rPr>
              <a:t>Проверка до выгрузки. Готовы показать ещё раз на вопросах.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